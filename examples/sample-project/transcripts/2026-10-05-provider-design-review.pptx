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Provider license number must be unique across all providers.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Provider design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County Child Care Assistance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Each provider has licensed slots per age group.</a:t>
            </a:r>
          </a:p>
          <a:p>
            <a:r>
              <a:t>Age groups: infant, toddler, preschool, school-age.</a:t>
            </a:r>
          </a:p>
          <a:p>
            <a:r>
              <a:t>Capacity is tracked as licensed slots per provider per age group.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Each provider has a contact email address used for authorization notices.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Legacy model (from MEC²)</a:t>
            </a:r>
          </a:p>
        </p:txBody>
      </p:sp>
      <p:pic>
        <p:nvPicPr>
          <p:cNvPr id="3" name="Picture 2" descr="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 identifiers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Providers are identified by license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